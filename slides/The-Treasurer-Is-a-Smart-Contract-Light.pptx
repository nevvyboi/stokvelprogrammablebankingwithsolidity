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the minute book line: "Member joined", and "✓ signed in" next to Lerato on the roster.]</a:t>
            </a:r>
          </a:p>
          <a:p/>
          <a:p>
            <a:r>
              <a:t>And there she is on the right page. Signed in.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side.]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Presenter: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Presenter: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Presenter: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Presenter: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Presenter: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Presenter: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Presenter: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Presenter: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Presenter: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Presenter: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Presenter: DEMO 8, "Propose RotateKey 06 to 06b".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Presenter: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Presenter: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B1426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5B6578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0B1426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B1426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0B1426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B6578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7333A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0E9488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0B1426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B1426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B6578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B1426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9E6A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D7333A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E9488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B1426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E9488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