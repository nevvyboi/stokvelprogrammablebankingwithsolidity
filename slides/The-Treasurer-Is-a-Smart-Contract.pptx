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a simulated bank and a private test chain.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Committee, take out your phones. Turn your card over and point your camera at the QR on the</a:t>
            </a:r>
          </a:p>
          <a:p>
            <a:r>
              <a:t>back. Tap the link it offers.</a:t>
            </a:r>
          </a:p>
          <a:p/>
          <a:p>
            <a:r>
              <a:t>Volunteers' phones: each opens /sign holding their card. Lerato's slip says "Lerato signs the</a:t>
            </a:r>
          </a:p>
          <a:p>
            <a:r>
              <a:t>constitution of The Q4 Stokvel."</a:t>
            </a:r>
          </a:p>
          <a:p/>
          <a:p>
            <a:r>
              <a:t>Lerato, read me what your phone says.</a:t>
            </a:r>
          </a:p>
          <a:p/>
          <a:p>
            <a:r>
              <a:t>[She reads it.]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Sign.</a:t>
            </a:r>
          </a:p>
          <a:p/>
          <a:p>
            <a:r>
              <a:t>[Wait for the minute book line: "Member joined", and "✓ signed in" next to Lerato on the roster.]</a:t>
            </a:r>
          </a:p>
          <a:p/>
          <a:p>
            <a:r>
              <a:t>And there she is on the right page. Signed in. Nobody typed her name in. The chain knows her</a:t>
            </a:r>
          </a:p>
          <a:p>
            <a:r>
              <a:t>from the signature. Everybody else on the committee: Sign.</a:t>
            </a:r>
          </a:p>
          <a:p/>
          <a:p>
            <a:r>
              <a:t>[The other five land in a few seconds. Talk over it. If a phone won't scan, that card goes to</a:t>
            </a:r>
          </a:p>
          <a:p>
            <a:r>
              <a:t>the signing station at the side.]</a:t>
            </a:r>
          </a:p>
          <a:p/>
          <a:p>
            <a:r>
              <a:t>While they sign, everybody else: scan the QR on the screen. That's the audience page. Read only,</a:t>
            </a:r>
          </a:p>
          <a:p>
            <a:r>
              <a:t>the same record the projector shows, live on your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Run sheet: DEMO 2, "Aisha swipes R87 at the bakery".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its transaction fingerprint next to it. That's</a:t>
            </a:r>
          </a:p>
          <a:p>
            <a:r>
              <a:t>the contract's record of what just happened, not mine.</a:t>
            </a:r>
          </a:p>
          <a:p/>
          <a:p>
            <a:r>
              <a:t>One honest note, because this is a room that will ask. The bank tonight is a mock of Investec's</a:t>
            </a:r>
          </a:p>
          <a:p>
            <a:r>
              <a:t>API, the same calls and the same shapes. The relayer can't tell the difference, and that's the</a:t>
            </a:r>
          </a:p>
          <a:p>
            <a:r>
              <a:t>test. The repo runs it against the real sandbox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Run sheet: "before DEMO 3", click through the remaining members.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Run sheet: DEMO 3, "Skip to month end and settle".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Run sheet: "before DEMO 3" buttons again for the new month, then DEMO 4, "Take R1,000 out,</a:t>
            </a:r>
          </a:p>
          <a:p>
            <a:r>
              <a:t>then attest".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Run sheet: DEMO 4, "Try to close the round".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Run sheet: DEMO 4, "Put it back".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Run sheet: DEMO 5, "V1: same transaction twice".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Run sheet: DEMO 5, "V2: same webhook twice".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Run sheet: DEMO 7, "Propose R5,000 to R6,000".</a:t>
            </a:r>
          </a:p>
          <a:p/>
          <a:p>
            <a:r>
              <a:t>[Turn to the volunteers.]</a:t>
            </a:r>
          </a:p>
          <a:p/>
          <a:p>
            <a:r>
              <a:t>Any four of you: scan your card again, read the sentence, press Sign.</a:t>
            </a:r>
          </a:p>
          <a:p/>
          <a:p>
            <a:r>
              <a:t>[As the first phone shows the slip:]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Run sheet: DEMO 7, "Execute".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Run sheet: DEMO 8, "Propose RotateKey 06 to 06b".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[Four volunteers scan and sign on their phones, then execute.]</a:t>
            </a:r>
          </a:p>
          <a:p/>
          <a:p>
            <a:r>
              <a:t>Run sheet: DEMO 8, execute after the timelock.</a:t>
            </a:r>
          </a:p>
          <a:p/>
          <a:p>
            <a:r>
              <a:t>Now, the thief. That's me, with the old card.</a:t>
            </a:r>
          </a:p>
          <a:p/>
          <a:p>
            <a:r>
              <a:t>Your phone: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 with a phone.]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Run sheet: DEMO 9, "Stop the relayer".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Tonight you scanned a key into a website. That is exactly</a:t>
            </a:r>
          </a:p>
          <a:p>
            <a:r>
              <a:t>what a crypto scam looks like, and in real life you never do it. A phone that signs, not a QR</a:t>
            </a:r>
          </a:p>
          <a:p>
            <a:r>
              <a:t>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1EA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8A96AD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F4F1EA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4F1EA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F4F1EA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A96AD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F5A5F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Six volunteers, six cards, six phones,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2EC4B6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F4F1EA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4F1EA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8A96AD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4F1EA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DDC97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simulated bank, private test chain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5A5F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EC4B6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F4F1EA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2EC4B6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